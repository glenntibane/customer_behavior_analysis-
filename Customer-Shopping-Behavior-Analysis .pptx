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DM Sans Semi Bold"/>
      <p:regular r:id="rId8"/>
    </p:embeddedFont>
    <p:embeddedFont>
      <p:font typeface="DM Sans Semi Bold"/>
      <p:regular r:id="rId9"/>
    </p:embeddedFont>
    <p:embeddedFont>
      <p:font typeface="DM Sans Semi Bold"/>
      <p:regular r:id="rId10"/>
    </p:embeddedFont>
    <p:embeddedFont>
      <p:font typeface="DM Sans Semi Bold"/>
      <p:regular r:id="rId11"/>
    </p:embeddedFont>
    <p:embeddedFont>
      <p:font typeface="DM Sans"/>
      <p:regular r:id="rId12"/>
    </p:embeddedFont>
    <p:embeddedFont>
      <p:font typeface="DM Sans"/>
      <p:regular r:id="rId13"/>
    </p:embeddedFont>
    <p:embeddedFont>
      <p:font typeface="DM Sans"/>
      <p:regular r:id="rId14"/>
    </p:embeddedFont>
    <p:embeddedFont>
      <p:font typeface="DM Sans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D4D4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actionable insights from 3,900 customer purchases to drive data-informed marketing strategies and revenue optimization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2025-11-30T19:09:01Z</dcterms:created>
  <dcterms:modified xsi:type="dcterms:W3CDTF">2025-11-30T19:09:01Z</dcterms:modified>
</cp:coreProperties>
</file>